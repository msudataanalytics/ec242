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tLfYshBAffsYRokoY0wFAO0/0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53B"/>
    <a:srgbClr val="095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7B6BA-3C17-41F4-9C51-17DDBBB0BF73}" v="2" dt="2026-01-05T14:30:13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4" Type="http://schemas.microsoft.com/office/2016/11/relationships/changesInfo" Target="changesInfos/changesInfo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32" Type="http://schemas.openxmlformats.org/officeDocument/2006/relationships/theme" Target="theme/theme1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der, Steven" userId="5267ea26-537d-456b-9168-376ef3d84fb9" providerId="ADAL" clId="{8E65B591-74AF-4A06-AA58-6426F59C2A3E}"/>
    <pc:docChg chg="modSld">
      <pc:chgData name="Haider, Steven" userId="5267ea26-537d-456b-9168-376ef3d84fb9" providerId="ADAL" clId="{8E65B591-74AF-4A06-AA58-6426F59C2A3E}" dt="2025-10-02T14:40:38.584" v="27" actId="20577"/>
      <pc:docMkLst>
        <pc:docMk/>
      </pc:docMkLst>
      <pc:sldChg chg="modSp mod">
        <pc:chgData name="Haider, Steven" userId="5267ea26-537d-456b-9168-376ef3d84fb9" providerId="ADAL" clId="{8E65B591-74AF-4A06-AA58-6426F59C2A3E}" dt="2025-10-02T14:40:38.584" v="27" actId="20577"/>
        <pc:sldMkLst>
          <pc:docMk/>
          <pc:sldMk cId="3518521197" sldId="258"/>
        </pc:sldMkLst>
      </pc:sldChg>
    </pc:docChg>
  </pc:docChgLst>
  <pc:docChgLst>
    <pc:chgData name="Haider, Steven" userId="5267ea26-537d-456b-9168-376ef3d84fb9" providerId="ADAL" clId="{1F6C9144-F103-40D8-AA7D-05518A85475C}"/>
    <pc:docChg chg="modSld">
      <pc:chgData name="Haider, Steven" userId="5267ea26-537d-456b-9168-376ef3d84fb9" providerId="ADAL" clId="{1F6C9144-F103-40D8-AA7D-05518A85475C}" dt="2025-11-03T20:13:48.567" v="5" actId="20577"/>
      <pc:docMkLst>
        <pc:docMk/>
      </pc:docMkLst>
      <pc:sldChg chg="modSp mod">
        <pc:chgData name="Haider, Steven" userId="5267ea26-537d-456b-9168-376ef3d84fb9" providerId="ADAL" clId="{1F6C9144-F103-40D8-AA7D-05518A85475C}" dt="2025-11-03T20:13:48.567" v="5" actId="20577"/>
        <pc:sldMkLst>
          <pc:docMk/>
          <pc:sldMk cId="3518521197" sldId="258"/>
        </pc:sldMkLst>
        <pc:spChg chg="mod">
          <ac:chgData name="Haider, Steven" userId="5267ea26-537d-456b-9168-376ef3d84fb9" providerId="ADAL" clId="{1F6C9144-F103-40D8-AA7D-05518A85475C}" dt="2025-11-03T20:13:48.567" v="5" actId="20577"/>
          <ac:spMkLst>
            <pc:docMk/>
            <pc:sldMk cId="3518521197" sldId="258"/>
            <ac:spMk id="6" creationId="{4C9A9B25-AD49-5C77-6AE1-83B956E8C161}"/>
          </ac:spMkLst>
        </pc:spChg>
      </pc:sldChg>
    </pc:docChg>
  </pc:docChgLst>
  <pc:docChgLst>
    <pc:chgData name="Dickert-Conlin, Stacy" userId="6d7112d1-c4bf-453b-a79e-ffdea76db520" providerId="ADAL" clId="{FB57C728-3DEF-47E8-8543-BEA1A39C6465}"/>
    <pc:docChg chg="delSld modSld">
      <pc:chgData name="Dickert-Conlin, Stacy" userId="6d7112d1-c4bf-453b-a79e-ffdea76db520" providerId="ADAL" clId="{FB57C728-3DEF-47E8-8543-BEA1A39C6465}" dt="2025-01-14T19:36:58.925" v="67" actId="20577"/>
      <pc:docMkLst>
        <pc:docMk/>
      </pc:docMkLst>
      <pc:sldChg chg="del">
        <pc:chgData name="Dickert-Conlin, Stacy" userId="6d7112d1-c4bf-453b-a79e-ffdea76db520" providerId="ADAL" clId="{FB57C728-3DEF-47E8-8543-BEA1A39C6465}" dt="2025-01-14T19:36:21.354" v="52" actId="47"/>
        <pc:sldMkLst>
          <pc:docMk/>
          <pc:sldMk cId="0" sldId="257"/>
        </pc:sldMkLst>
      </pc:sldChg>
      <pc:sldChg chg="modSp mod">
        <pc:chgData name="Dickert-Conlin, Stacy" userId="6d7112d1-c4bf-453b-a79e-ffdea76db520" providerId="ADAL" clId="{FB57C728-3DEF-47E8-8543-BEA1A39C6465}" dt="2025-01-14T19:36:58.925" v="67" actId="20577"/>
        <pc:sldMkLst>
          <pc:docMk/>
          <pc:sldMk cId="3518521197" sldId="258"/>
        </pc:sldMkLst>
      </pc:sldChg>
    </pc:docChg>
  </pc:docChgLst>
  <pc:docChgLst>
    <pc:chgData name="Haider, Steven" userId="5267ea26-537d-456b-9168-376ef3d84fb9" providerId="ADAL" clId="{44B7B6BA-3C17-41F4-9C51-17DDBBB0BF73}"/>
    <pc:docChg chg="custSel modSld">
      <pc:chgData name="Haider, Steven" userId="5267ea26-537d-456b-9168-376ef3d84fb9" providerId="ADAL" clId="{44B7B6BA-3C17-41F4-9C51-17DDBBB0BF73}" dt="2026-01-05T14:31:35.744" v="90" actId="6549"/>
      <pc:docMkLst>
        <pc:docMk/>
      </pc:docMkLst>
      <pc:sldChg chg="modSp mod">
        <pc:chgData name="Haider, Steven" userId="5267ea26-537d-456b-9168-376ef3d84fb9" providerId="ADAL" clId="{44B7B6BA-3C17-41F4-9C51-17DDBBB0BF73}" dt="2026-01-05T14:31:35.744" v="90" actId="6549"/>
        <pc:sldMkLst>
          <pc:docMk/>
          <pc:sldMk cId="3518521197" sldId="258"/>
        </pc:sldMkLst>
        <pc:spChg chg="mod">
          <ac:chgData name="Haider, Steven" userId="5267ea26-537d-456b-9168-376ef3d84fb9" providerId="ADAL" clId="{44B7B6BA-3C17-41F4-9C51-17DDBBB0BF73}" dt="2026-01-05T14:31:35.744" v="90" actId="6549"/>
          <ac:spMkLst>
            <pc:docMk/>
            <pc:sldMk cId="3518521197" sldId="258"/>
            <ac:spMk id="6" creationId="{4C9A9B25-AD49-5C77-6AE1-83B956E8C1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68625" y="697225"/>
            <a:ext cx="46738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36B0183-6366-38A5-C234-FF3F01A7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A5E40DDD-D384-704D-31AA-A9565002B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32D4311-E584-DF3E-10FF-2EA82D28B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091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ernate">
  <p:cSld name="Title Slide Alternat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9291" y="199641"/>
            <a:ext cx="6330754" cy="656356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/>
          <p:nvPr/>
        </p:nvSpPr>
        <p:spPr>
          <a:xfrm rot="10800000" flipH="1">
            <a:off x="0" y="6002088"/>
            <a:ext cx="9144000" cy="872744"/>
          </a:xfrm>
          <a:prstGeom prst="rect">
            <a:avLst/>
          </a:prstGeom>
          <a:solidFill>
            <a:srgbClr val="184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9275" y="6175660"/>
            <a:ext cx="4948724" cy="5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641" y="6155113"/>
            <a:ext cx="2718812" cy="60809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5"/>
          <p:cNvSpPr/>
          <p:nvPr/>
        </p:nvSpPr>
        <p:spPr>
          <a:xfrm>
            <a:off x="394933" y="2445924"/>
            <a:ext cx="80536" cy="1438013"/>
          </a:xfrm>
          <a:prstGeom prst="rect">
            <a:avLst/>
          </a:prstGeom>
          <a:solidFill>
            <a:srgbClr val="095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5"/>
          <p:cNvSpPr txBox="1">
            <a:spLocks noGrp="1"/>
          </p:cNvSpPr>
          <p:nvPr>
            <p:ph type="ctrTitle"/>
          </p:nvPr>
        </p:nvSpPr>
        <p:spPr>
          <a:xfrm>
            <a:off x="514920" y="2653798"/>
            <a:ext cx="5398590" cy="210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503A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09503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ubTitle" idx="1"/>
          </p:nvPr>
        </p:nvSpPr>
        <p:spPr>
          <a:xfrm>
            <a:off x="553423" y="2131016"/>
            <a:ext cx="4942033" cy="565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9503A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9503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6"/>
          <p:cNvPicPr preferRelativeResize="0"/>
          <p:nvPr/>
        </p:nvPicPr>
        <p:blipFill rotWithShape="1">
          <a:blip r:embed="rId2">
            <a:alphaModFix/>
          </a:blip>
          <a:srcRect l="20324" t="630" r="5452" b="985"/>
          <a:stretch/>
        </p:blipFill>
        <p:spPr>
          <a:xfrm>
            <a:off x="-18473" y="0"/>
            <a:ext cx="91624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6"/>
          <p:cNvSpPr/>
          <p:nvPr/>
        </p:nvSpPr>
        <p:spPr>
          <a:xfrm>
            <a:off x="-18474" y="773413"/>
            <a:ext cx="9162473" cy="67418"/>
          </a:xfrm>
          <a:prstGeom prst="rect">
            <a:avLst/>
          </a:prstGeom>
          <a:solidFill>
            <a:srgbClr val="095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103" y="125354"/>
            <a:ext cx="2509143" cy="5612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6"/>
          <p:cNvSpPr txBox="1">
            <a:spLocks noGrp="1"/>
          </p:cNvSpPr>
          <p:nvPr>
            <p:ph type="body" idx="1"/>
          </p:nvPr>
        </p:nvSpPr>
        <p:spPr>
          <a:xfrm>
            <a:off x="688526" y="2390115"/>
            <a:ext cx="8229600" cy="4336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375" tIns="19175" rIns="38375" bIns="191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title"/>
          </p:nvPr>
        </p:nvSpPr>
        <p:spPr>
          <a:xfrm>
            <a:off x="688526" y="1368212"/>
            <a:ext cx="8229600" cy="103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375" tIns="19175" rIns="38375" bIns="191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503A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9503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body" idx="2"/>
          </p:nvPr>
        </p:nvSpPr>
        <p:spPr>
          <a:xfrm>
            <a:off x="688527" y="1044575"/>
            <a:ext cx="8229719" cy="32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375" tIns="19175" rIns="38375" bIns="19175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9503A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9503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 with photo">
  <p:cSld name="Bullets with photo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7"/>
          <p:cNvPicPr preferRelativeResize="0"/>
          <p:nvPr/>
        </p:nvPicPr>
        <p:blipFill rotWithShape="1">
          <a:blip r:embed="rId2">
            <a:alphaModFix/>
          </a:blip>
          <a:srcRect l="20324" t="630" r="5452" b="985"/>
          <a:stretch/>
        </p:blipFill>
        <p:spPr>
          <a:xfrm>
            <a:off x="-18473" y="0"/>
            <a:ext cx="91624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7"/>
          <p:cNvSpPr/>
          <p:nvPr/>
        </p:nvSpPr>
        <p:spPr>
          <a:xfrm>
            <a:off x="-18474" y="773413"/>
            <a:ext cx="9162473" cy="67418"/>
          </a:xfrm>
          <a:prstGeom prst="rect">
            <a:avLst/>
          </a:prstGeom>
          <a:solidFill>
            <a:srgbClr val="095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103" y="125354"/>
            <a:ext cx="2509143" cy="5612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7"/>
          <p:cNvSpPr txBox="1">
            <a:spLocks noGrp="1"/>
          </p:cNvSpPr>
          <p:nvPr>
            <p:ph type="title"/>
          </p:nvPr>
        </p:nvSpPr>
        <p:spPr>
          <a:xfrm>
            <a:off x="699246" y="916061"/>
            <a:ext cx="4070309" cy="148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375" tIns="19175" rIns="38375" bIns="1917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503A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9503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body" idx="1"/>
          </p:nvPr>
        </p:nvSpPr>
        <p:spPr>
          <a:xfrm>
            <a:off x="699246" y="2497872"/>
            <a:ext cx="4070310" cy="426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375" tIns="19175" rIns="38375" bIns="191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7"/>
          <p:cNvSpPr>
            <a:spLocks noGrp="1"/>
          </p:cNvSpPr>
          <p:nvPr>
            <p:ph type="pic" idx="2"/>
          </p:nvPr>
        </p:nvSpPr>
        <p:spPr>
          <a:xfrm>
            <a:off x="4900613" y="916061"/>
            <a:ext cx="4252912" cy="594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mailto:Prabhat@msu.edu" TargetMode="External"/><Relationship Id="rId4" Type="http://schemas.openxmlformats.org/officeDocument/2006/relationships/hyperlink" Target="mailto:haider@ms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0D885C7-DF39-79EE-F7E8-A90668622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ityscape with many buildings&#10;&#10;Description automatically generated">
            <a:extLst>
              <a:ext uri="{FF2B5EF4-FFF2-40B4-BE49-F238E27FC236}">
                <a16:creationId xmlns:a16="http://schemas.microsoft.com/office/drawing/2014/main" id="{53D32838-1285-27EA-F94F-D70BB845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325" y="3647934"/>
            <a:ext cx="3968151" cy="22323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D7A67BE-BE97-4531-CA8B-7F8FDEDC0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379" y="430293"/>
            <a:ext cx="7009893" cy="2102092"/>
          </a:xfrm>
        </p:spPr>
        <p:txBody>
          <a:bodyPr/>
          <a:lstStyle/>
          <a:p>
            <a:r>
              <a:rPr lang="en-US" dirty="0"/>
              <a:t>Applied Economics in London Summer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A9B25-AD49-5C77-6AE1-83B956E8C161}"/>
              </a:ext>
            </a:extLst>
          </p:cNvPr>
          <p:cNvSpPr txBox="1"/>
          <p:nvPr/>
        </p:nvSpPr>
        <p:spPr>
          <a:xfrm>
            <a:off x="508000" y="1964353"/>
            <a:ext cx="36020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Benefits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EC391 and EC450 credit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Experiential learning credit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Living, exploring &amp; learning in London in small group environment</a:t>
            </a:r>
          </a:p>
          <a:p>
            <a:endParaRPr lang="en-US" sz="2000" b="1" dirty="0"/>
          </a:p>
          <a:p>
            <a:r>
              <a:rPr lang="en-US" sz="2000" b="1" dirty="0"/>
              <a:t>Learn more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Info Session Jan. 15 at 4:30 pm in the Marshall-Adams Koo Room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Email </a:t>
            </a:r>
            <a:r>
              <a:rPr lang="en-US" sz="2000" dirty="0">
                <a:hlinkClick r:id="rId4"/>
              </a:rPr>
              <a:t>haider@msu.edu</a:t>
            </a:r>
            <a:r>
              <a:rPr lang="en-US" sz="2000" dirty="0"/>
              <a:t> or </a:t>
            </a:r>
            <a:r>
              <a:rPr lang="en-US" sz="2000" dirty="0">
                <a:hlinkClick r:id="rId5"/>
              </a:rPr>
              <a:t>prabhat@msu.</a:t>
            </a:r>
            <a:r>
              <a:rPr lang="en-US" sz="2000">
                <a:hlinkClick r:id="rId5"/>
              </a:rPr>
              <a:t>edu</a:t>
            </a:r>
            <a:r>
              <a:rPr lang="en-US" sz="2000"/>
              <a:t> </a:t>
            </a:r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A2B5C3-D27D-3533-452E-ED99FBB040C8}"/>
              </a:ext>
            </a:extLst>
          </p:cNvPr>
          <p:cNvSpPr/>
          <p:nvPr/>
        </p:nvSpPr>
        <p:spPr>
          <a:xfrm>
            <a:off x="116378" y="6118167"/>
            <a:ext cx="2917767" cy="656706"/>
          </a:xfrm>
          <a:prstGeom prst="rect">
            <a:avLst/>
          </a:prstGeom>
          <a:solidFill>
            <a:srgbClr val="18453B"/>
          </a:solidFill>
          <a:ln>
            <a:solidFill>
              <a:srgbClr val="184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7AF5C692-12EE-AB4B-FE7E-A616E1019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619" y="6153387"/>
            <a:ext cx="2917767" cy="622336"/>
          </a:xfrm>
          <a:prstGeom prst="rect">
            <a:avLst/>
          </a:prstGeom>
        </p:spPr>
      </p:pic>
      <p:pic>
        <p:nvPicPr>
          <p:cNvPr id="7" name="Picture 6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57CA60AF-8ED9-62F3-7CA6-86271DC1D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800" y="1826331"/>
            <a:ext cx="3935563" cy="221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21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2177130-642f-41d9-9211-74237ad5687d}" enabled="0" method="" siteId="{22177130-642f-41d9-9211-74237ad5687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18060</TotalTime>
  <Words>52</Words>
  <Application>Microsoft Office PowerPoint</Application>
  <PresentationFormat>On-screen Show (4:3)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Applied Economics in London Summer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MSU Youth Equity Project Communications Strategy</dc:title>
  <dc:creator>Martin, Eric</dc:creator>
  <cp:lastModifiedBy>Haider, Steven</cp:lastModifiedBy>
  <cp:revision>22</cp:revision>
  <dcterms:created xsi:type="dcterms:W3CDTF">2018-07-09T15:49:10Z</dcterms:created>
  <dcterms:modified xsi:type="dcterms:W3CDTF">2026-01-05T14:31:37Z</dcterms:modified>
</cp:coreProperties>
</file>